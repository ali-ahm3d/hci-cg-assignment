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368" autoAdjust="0"/>
    <p:restoredTop sz="94610"/>
  </p:normalViewPr>
  <p:slideViewPr>
    <p:cSldViewPr snapToGrid="0" snapToObjects="1">
      <p:cViewPr>
        <p:scale>
          <a:sx n="64" d="100"/>
          <a:sy n="64" d="100"/>
        </p:scale>
        <p:origin x="14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1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HCI Focus: Google Earth's 3D Viewer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elements that help the user control and navigate a 3D 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236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 of Google Earth's 3D globe view (interaction layer)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45754" y="1534468"/>
            <a:ext cx="384048" cy="38404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32" y="493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54496" y="23264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2616" y="820337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0402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&amp; Usability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23760" y="1892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1847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Places Bar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167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user type a place name to jump the camera there instantly, removing the need to manually pan and zoom to find a location.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223760" y="3035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2990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Slider (+ / −)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680960" y="3310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direct, visible control over camera distance. The buttons act as clear affordances — their shape signals “click me to zoom.”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223760" y="4178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4133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/ Tilt Reset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680960" y="4453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the user by showing current orientation and offering one click back to north-up, straight-down view when they get disoriented.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223760" y="521208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One HCI Change I'd Make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40664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add a small on-screen label next to the compass the first time it's used, since new users often mistake it for decoration rather than a clickable tilt-reset control.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vs. Computer Graphics — Mini Assignment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2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476041C-FF4F-885A-DA3F-63EE98BC0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" y="1233166"/>
            <a:ext cx="6477762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 Focus: Google Earth's 3D Viewer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elements that build the illusion of a 3D world on a flat screen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492240" cy="4983480"/>
          </a:xfrm>
          <a:prstGeom prst="roundRect">
            <a:avLst>
              <a:gd name="adj" fmla="val 2202"/>
            </a:avLst>
          </a:prstGeom>
          <a:solidFill>
            <a:srgbClr val="F2F2F2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1371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&amp; Visual Depth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223760" y="1892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80960" y="1847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Source &amp; Shadowing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680960" y="2167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sun direction shades one side of the globe darker, giving the sphere volume instead of looking like a flat painted circle.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223760" y="3035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680960" y="2990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Mesh / Wireframe Geometry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7680960" y="3310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and longitude lines reveal the underlying curved mesh the terrain and textures are wrapped around, defining the globe's form.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223760" y="417880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680960" y="4133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&amp; Depth Cues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7680960" y="4453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shrink and fade toward the back (atmospheric perspective), telling the eye which objects are near versus far away.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223760" y="512064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5212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Does CG Quality Help or Hinder?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406640" y="5486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lighting and depth cues mostly help — they make distances and terrain shape easier to judge at a glance. But on slower devices, heavy rendering can lag behind input, making the camera feel delayed and harder to control precisely.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vs. Computer Graphics — Mini Assignment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2</a:t>
            </a:r>
            <a:endParaRPr lang="en-US" sz="9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6026EC2-5F63-5C54-1169-45C8908DD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492240" cy="498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356</Words>
  <Application>Microsoft Office PowerPoint</Application>
  <PresentationFormat>Widescreen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Ahmed Khan</cp:lastModifiedBy>
  <cp:revision>2</cp:revision>
  <dcterms:created xsi:type="dcterms:W3CDTF">2026-09-08T13:45:43Z</dcterms:created>
  <dcterms:modified xsi:type="dcterms:W3CDTF">2026-09-08T14:23:11Z</dcterms:modified>
</cp:coreProperties>
</file>